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3" r:id="rId7"/>
    <p:sldId id="264" r:id="rId8"/>
    <p:sldId id="265" r:id="rId9"/>
    <p:sldId id="266" r:id="rId10"/>
    <p:sldId id="267" r:id="rId11"/>
    <p:sldId id="268" r:id="rId12"/>
    <p:sldId id="273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04A4-9E4D-D1C9-5D06-3B4F4108E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620486"/>
            <a:ext cx="9164702" cy="2363347"/>
          </a:xfrm>
        </p:spPr>
        <p:txBody>
          <a:bodyPr/>
          <a:lstStyle/>
          <a:p>
            <a:pPr algn="ctr"/>
            <a:r>
              <a:rPr lang="en-US" sz="6600" b="1" dirty="0">
                <a:latin typeface="Comic Sans MS" panose="030F0702030302020204" pitchFamily="66" charset="0"/>
              </a:rPr>
              <a:t>IMDB Movies Data Analysis using SQL</a:t>
            </a:r>
            <a:endParaRPr lang="en-IN" sz="6600" b="1" dirty="0">
              <a:latin typeface="Comic Sans MS" panose="030F0702030302020204" pitchFamily="66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81980-951A-886D-91EA-54D471DDCB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4629" y="3526971"/>
            <a:ext cx="6531428" cy="2954039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Comic Sans MS" panose="030F0702030302020204" pitchFamily="66" charset="0"/>
              </a:rPr>
              <a:t>BY</a:t>
            </a:r>
          </a:p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Name : </a:t>
            </a:r>
            <a:r>
              <a:rPr lang="en-US" sz="2400" dirty="0">
                <a:latin typeface="Comic Sans MS" panose="030F0702030302020204" pitchFamily="66" charset="0"/>
              </a:rPr>
              <a:t>jenihelan m</a:t>
            </a:r>
          </a:p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Project id :  </a:t>
            </a:r>
            <a:r>
              <a:rPr lang="en-IN" sz="2400" dirty="0">
                <a:latin typeface="Comic Sans MS" panose="030F0702030302020204" pitchFamily="66" charset="0"/>
              </a:rPr>
              <a:t>PTID-CDA-MAR-26-1371 </a:t>
            </a:r>
          </a:p>
          <a:p>
            <a:pPr algn="ctr"/>
            <a:r>
              <a:rPr lang="en-IN" sz="2400" b="1" dirty="0">
                <a:latin typeface="Comic Sans MS" panose="030F0702030302020204" pitchFamily="66" charset="0"/>
              </a:rPr>
              <a:t>Project Code:  </a:t>
            </a:r>
            <a:r>
              <a:rPr lang="en-IN" sz="2400" dirty="0">
                <a:latin typeface="Comic Sans MS" panose="030F0702030302020204" pitchFamily="66" charset="0"/>
              </a:rPr>
              <a:t>PRSQL-01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0486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61200-E486-1900-C6BE-0DCE12175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010652"/>
            <a:ext cx="9404723" cy="842595"/>
          </a:xfrm>
        </p:spPr>
        <p:txBody>
          <a:bodyPr/>
          <a:lstStyle/>
          <a:p>
            <a:r>
              <a:rPr lang="en-IN" b="1" dirty="0">
                <a:latin typeface="Comic Sans MS" panose="030F0702030302020204" pitchFamily="66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D7C2E-E005-A84A-43D9-579F2C11E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This project focuses on analyzing the IMDB Movies dataset using SQL.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The goal is to extract meaningful insights about movies, directors, ratings, and revenue using structured queries.</a:t>
            </a:r>
            <a:endParaRPr lang="en-IN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4898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6F463-C740-B0D8-12B1-039D60B20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CB67-2508-E4BA-FFFD-519FA428D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010652"/>
            <a:ext cx="9404723" cy="842595"/>
          </a:xfrm>
        </p:spPr>
        <p:txBody>
          <a:bodyPr/>
          <a:lstStyle/>
          <a:p>
            <a:r>
              <a:rPr lang="en-IN" b="1" dirty="0">
                <a:latin typeface="Comic Sans MS" panose="030F0702030302020204" pitchFamily="66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5BECC-2749-1C71-C787-19C84F1A0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Analyze movie dataset using SQL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Perform data cleaning and validation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Extract insights about movies and directors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Visualize data using Power BI dashboard </a:t>
            </a:r>
            <a:endParaRPr lang="en-IN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713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2277D-93E3-4EC8-B3F7-C3B0B55BB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03147-3959-28CC-510A-76DA09A16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010652"/>
            <a:ext cx="9404723" cy="842595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D</a:t>
            </a:r>
            <a:r>
              <a:rPr lang="en-IN" b="1" dirty="0" err="1">
                <a:latin typeface="Comic Sans MS" panose="030F0702030302020204" pitchFamily="66" charset="0"/>
              </a:rPr>
              <a:t>ata</a:t>
            </a:r>
            <a:r>
              <a:rPr lang="en-IN" b="1" dirty="0">
                <a:latin typeface="Comic Sans MS" panose="030F0702030302020204" pitchFamily="66" charset="0"/>
              </a:rPr>
              <a:t>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8B11E-62F4-305F-8D38-57E60B658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The dataset was sourced from a structured IMDB Movies database provided for SQL analysis.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It consists of two tables: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600" dirty="0">
                <a:latin typeface="Comic Sans MS" panose="030F0702030302020204" pitchFamily="66" charset="0"/>
              </a:rPr>
              <a:t>Movies 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600" dirty="0">
                <a:latin typeface="Comic Sans MS" panose="030F0702030302020204" pitchFamily="66" charset="0"/>
              </a:rPr>
              <a:t>Directors</a:t>
            </a:r>
            <a:endParaRPr lang="en-IN" sz="2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0207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704D6-7576-1DB8-B238-EF059F8CC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6C91-377F-5C07-68DE-0831A90B6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010652"/>
            <a:ext cx="9404723" cy="842595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Movies &amp; Directors Table</a:t>
            </a:r>
            <a:endParaRPr lang="en-IN" b="1" dirty="0">
              <a:latin typeface="Comic Sans MS" panose="030F0702030302020204" pitchFamily="66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3A51CD-5D0F-C473-2355-5E81758C3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691"/>
          <a:stretch>
            <a:fillRect/>
          </a:stretch>
        </p:blipFill>
        <p:spPr>
          <a:xfrm>
            <a:off x="477623" y="1932323"/>
            <a:ext cx="5618377" cy="29476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4D4492-B5FB-7713-E40B-6CFB7F2005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89"/>
          <a:stretch>
            <a:fillRect/>
          </a:stretch>
        </p:blipFill>
        <p:spPr>
          <a:xfrm>
            <a:off x="6279612" y="1932323"/>
            <a:ext cx="5624316" cy="29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5722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BC7E5-50EC-1247-4079-DE4BFF93C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0DD46-A19D-11F4-B76C-743C880D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010652"/>
            <a:ext cx="9404723" cy="842595"/>
          </a:xfrm>
        </p:spPr>
        <p:txBody>
          <a:bodyPr/>
          <a:lstStyle/>
          <a:p>
            <a:r>
              <a:rPr lang="en-IN" b="1" dirty="0">
                <a:latin typeface="Comic Sans MS" panose="030F0702030302020204" pitchFamily="66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EC862-EC4E-6B9A-45D9-E21F015DC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174288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Movies Table: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Contains movie details like id, title, budget, revenue, popularity, release date, vote count, vote avg, overview, tagline, director id.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Directors Table: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Contains director details like name, id, gender, department.</a:t>
            </a:r>
            <a:endParaRPr lang="en-IN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6824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1D920-B77E-F70D-5E85-8F240F52D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CC932-487C-A623-9C10-F571C9318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010652"/>
            <a:ext cx="9404723" cy="842595"/>
          </a:xfrm>
        </p:spPr>
        <p:txBody>
          <a:bodyPr/>
          <a:lstStyle/>
          <a:p>
            <a:r>
              <a:rPr lang="en-IN" b="1" dirty="0">
                <a:latin typeface="Comic Sans MS" panose="030F0702030302020204" pitchFamily="66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5093D-C6FC-6FB5-EBB4-A3010FE10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Connected to MySQL database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Explored dataset structure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Performed data cleaning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Applied SQL queries for analysis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Used JOIN to combine tables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Created Power BI dashboard </a:t>
            </a:r>
            <a:endParaRPr lang="en-IN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637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10AA8-D8F6-11CB-A9F0-A094E3094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A28FD-48BA-1F67-E5D6-8086ED7B1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010652"/>
            <a:ext cx="9404723" cy="842595"/>
          </a:xfrm>
        </p:spPr>
        <p:txBody>
          <a:bodyPr/>
          <a:lstStyle/>
          <a:p>
            <a:r>
              <a:rPr lang="en-IN" b="1" dirty="0">
                <a:latin typeface="Comic Sans MS" panose="030F0702030302020204" pitchFamily="66" charset="0"/>
              </a:rPr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17F4E-0AE3-8937-5EC6-3F0CA56D4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Checked for NULL values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Identified duplicate records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Verified invalid values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Found NULL values in tagline column </a:t>
            </a:r>
            <a:endParaRPr lang="en-IN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4520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B21EB-3E5B-A8B9-29A5-64EE3EDE9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30BE-C1D6-A269-7A88-A5E3D7B75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010652"/>
            <a:ext cx="9404723" cy="842595"/>
          </a:xfrm>
        </p:spPr>
        <p:txBody>
          <a:bodyPr/>
          <a:lstStyle/>
          <a:p>
            <a:r>
              <a:rPr lang="en-IN" b="1" dirty="0">
                <a:latin typeface="Comic Sans MS" panose="030F0702030302020204" pitchFamily="66" charset="0"/>
              </a:rPr>
              <a:t>Data Limitation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5F370-8D4A-2DBF-E405-FACE3F394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Unable to perform UPDATE and ALTER operations due to restricted access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Used logical JOIN instead of modifying tables </a:t>
            </a:r>
            <a:endParaRPr lang="en-IN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1461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DD640-6761-AE9D-19DB-2AAF4986F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84E7-D6A2-56D8-DF56-6CC9AD278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010652"/>
            <a:ext cx="9404723" cy="842595"/>
          </a:xfrm>
        </p:spPr>
        <p:txBody>
          <a:bodyPr/>
          <a:lstStyle/>
          <a:p>
            <a:r>
              <a:rPr lang="en-IN" b="1" dirty="0">
                <a:latin typeface="Comic Sans MS" panose="030F0702030302020204" pitchFamily="66" charset="0"/>
              </a:rPr>
              <a:t>SQL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10778-19AC-68FB-95FE-463CFE2AF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Retrieved movie and director data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Identified top popular movies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Found most bankable movies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Analyzed director contributions </a:t>
            </a:r>
            <a:endParaRPr lang="en-IN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063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5CAE4-4531-2B9C-9BB8-00797A324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7ACD-9565-CF99-1E34-F332EA797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010652"/>
            <a:ext cx="9404723" cy="842595"/>
          </a:xfrm>
        </p:spPr>
        <p:txBody>
          <a:bodyPr/>
          <a:lstStyle/>
          <a:p>
            <a:r>
              <a:rPr lang="en-IN" b="1" dirty="0">
                <a:latin typeface="Comic Sans MS" panose="030F0702030302020204" pitchFamily="66" charset="0"/>
              </a:rPr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01F8D-041C-A2D7-2ABF-02BCDC678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Created dashboard using live connection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Visualized: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en-US" sz="2400" dirty="0">
                <a:latin typeface="Comic Sans MS" panose="030F0702030302020204" pitchFamily="66" charset="0"/>
              </a:rPr>
              <a:t>Top 10 Movies by Revenue (Bar)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en-US" sz="2400" dirty="0">
                <a:latin typeface="Comic Sans MS" panose="030F0702030302020204" pitchFamily="66" charset="0"/>
              </a:rPr>
              <a:t>Top 10 Movies by Popularity (Bar)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en-US" sz="2400" dirty="0">
                <a:latin typeface="Comic Sans MS" panose="030F0702030302020204" pitchFamily="66" charset="0"/>
              </a:rPr>
              <a:t>Movies Count by Year (Line)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en-US" sz="2400" dirty="0">
                <a:latin typeface="Comic Sans MS" panose="030F0702030302020204" pitchFamily="66" charset="0"/>
              </a:rPr>
              <a:t>Gender Distribution of Directors (Pie)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en-US" sz="2400" dirty="0">
                <a:latin typeface="Comic Sans MS" panose="030F0702030302020204" pitchFamily="66" charset="0"/>
              </a:rPr>
              <a:t>Top Directors by Movie Count (Bar) </a:t>
            </a:r>
          </a:p>
          <a:p>
            <a:pPr marL="914400" lvl="1" indent="-514350">
              <a:buFont typeface="+mj-lt"/>
              <a:buAutoNum type="arabicPeriod"/>
            </a:pPr>
            <a:endParaRPr lang="en-US" sz="2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662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6E6B6-3260-C83F-32F8-CE2C5941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138F-93EA-5128-46F9-2EB76518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010652"/>
            <a:ext cx="9404723" cy="842595"/>
          </a:xfrm>
        </p:spPr>
        <p:txBody>
          <a:bodyPr/>
          <a:lstStyle/>
          <a:p>
            <a:r>
              <a:rPr lang="en-IN" b="1" dirty="0">
                <a:latin typeface="Comic Sans MS" panose="030F0702030302020204" pitchFamily="66" charset="0"/>
              </a:rPr>
              <a:t>Power BI 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728344-C847-B600-1A83-250FFB979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6469" y="2052638"/>
            <a:ext cx="7020838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4842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A0E6A-8414-E032-25A1-86A06C366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1677D-31F5-84AE-1BB4-51A6FD626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010652"/>
            <a:ext cx="9404723" cy="842595"/>
          </a:xfrm>
        </p:spPr>
        <p:txBody>
          <a:bodyPr/>
          <a:lstStyle/>
          <a:p>
            <a:r>
              <a:rPr lang="en-IN" b="1" dirty="0">
                <a:latin typeface="Comic Sans MS" panose="030F0702030302020204" pitchFamily="66" charset="0"/>
              </a:rPr>
              <a:t>Results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CB9E8-8EA0-CC31-E4D2-E9F45396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013867" cy="4195481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Movies show wide variation in popularity (3–418) and revenue (89M–2.78B)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Movie distribution among directors shows slight variation, with a maximum of 3 movies per director and most directors directed only 1 movie.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High revenue does not guarantee high rating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Female directors are fewer.  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Older movies have higher ratings (movies released before 2000).</a:t>
            </a:r>
            <a:endParaRPr lang="en-IN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8964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DD587-72BF-6FF9-A9B3-1B95B7344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24DB3-EC09-C2C5-1F3B-A02A5E699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010652"/>
            <a:ext cx="9404723" cy="842595"/>
          </a:xfrm>
        </p:spPr>
        <p:txBody>
          <a:bodyPr/>
          <a:lstStyle/>
          <a:p>
            <a:r>
              <a:rPr lang="en-IN" b="1" dirty="0">
                <a:latin typeface="Comic Sans MS" panose="030F0702030302020204" pitchFamily="66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E323D-FA70-0A4D-A274-5319A2657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10430962" cy="419548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The project successfully analyzed the IMDB dataset using SQL by performing data exploration, cleaning, and query-based analysis.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Meaningful insights were derived regarding movies and directors. Additionally, a Power BI dashboard was created to visually support the analysis and enhance data understanding.</a:t>
            </a:r>
            <a:endParaRPr lang="en-IN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409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7E944-080B-B175-57E2-B2F317606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FEC72-CCA6-F06C-092C-3AC5A3F18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8825658" cy="2851484"/>
          </a:xfrm>
        </p:spPr>
        <p:txBody>
          <a:bodyPr/>
          <a:lstStyle/>
          <a:p>
            <a:pPr algn="ctr"/>
            <a:r>
              <a:rPr lang="en-US" b="1" dirty="0">
                <a:latin typeface="Comic Sans MS" panose="030F0702030302020204" pitchFamily="66" charset="0"/>
              </a:rPr>
              <a:t>THANK YOU</a:t>
            </a:r>
            <a:endParaRPr lang="en-IN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0497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73</TotalTime>
  <Words>404</Words>
  <Application>Microsoft Office PowerPoint</Application>
  <PresentationFormat>Widescreen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Century Gothic</vt:lpstr>
      <vt:lpstr>Comic Sans MS</vt:lpstr>
      <vt:lpstr>Wingdings 3</vt:lpstr>
      <vt:lpstr>Ion</vt:lpstr>
      <vt:lpstr>IMDB Movies Data Analysis using SQL</vt:lpstr>
      <vt:lpstr>Introduction</vt:lpstr>
      <vt:lpstr>Objective</vt:lpstr>
      <vt:lpstr>Data Source</vt:lpstr>
      <vt:lpstr>Movies &amp; Directors Table</vt:lpstr>
      <vt:lpstr>Dataset Description</vt:lpstr>
      <vt:lpstr>Methodology</vt:lpstr>
      <vt:lpstr>Data Cleaning</vt:lpstr>
      <vt:lpstr>Data Limitation</vt:lpstr>
      <vt:lpstr>SQL Analysis</vt:lpstr>
      <vt:lpstr>Power BI Dashboard</vt:lpstr>
      <vt:lpstr>Power BI Dashboard Overview</vt:lpstr>
      <vt:lpstr>Results &amp; 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Jeni helan</dc:creator>
  <cp:lastModifiedBy>Jeni helan</cp:lastModifiedBy>
  <cp:revision>7</cp:revision>
  <dcterms:created xsi:type="dcterms:W3CDTF">2026-03-31T17:16:19Z</dcterms:created>
  <dcterms:modified xsi:type="dcterms:W3CDTF">2026-04-02T04:27:50Z</dcterms:modified>
</cp:coreProperties>
</file>